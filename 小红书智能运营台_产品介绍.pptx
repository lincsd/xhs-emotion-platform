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2E6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A85C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📝 小红书智能运营台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6B6B"/>
                </a:solidFill>
                <a:latin typeface="微软雅黑"/>
              </a:defRPr>
            </a:pPr>
            <a:r>
              <a:t>AI 驱动的小红书多技能内容创作与运营管理平台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800" b="0">
                <a:solidFill>
                  <a:srgbClr val="BBBBBB"/>
                </a:solidFill>
                <a:latin typeface="微软雅黑"/>
              </a:defRPr>
            </a:pPr>
            <a:r>
              <a:t>✦  7 大账号技能模板    ✦  Gemini AI 智能生成    ✦  一站式内容管理</a:t>
            </a:r>
          </a:p>
          <a:p>
            <a:pPr algn="l">
              <a:spcAft>
                <a:spcPts val="1800"/>
              </a:spcAft>
              <a:defRPr sz="1800" b="0">
                <a:solidFill>
                  <a:srgbClr val="BBBBBB"/>
                </a:solidFill>
                <a:latin typeface="微软雅黑"/>
              </a:defRPr>
            </a:pPr>
            <a:r>
              <a:t>✦  A/B 测试优化        ✦  数据看板分析          ✦  SEO 标题/标签生成</a:t>
            </a:r>
          </a:p>
          <a:p>
            <a:pPr algn="l">
              <a:spcAft>
                <a:spcPts val="1800"/>
              </a:spcAft>
              <a:defRPr sz="1800" b="0">
                <a:solidFill>
                  <a:srgbClr val="BBBBBB"/>
                </a:solidFill>
                <a:latin typeface="微软雅黑"/>
              </a:defRPr>
            </a:pPr>
            <a:r>
              <a:t>✦  品牌定位分析        ✦  竞品搜索分析          ✦  AI 配图自动生成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产品介绍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🎯 产品定位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2560320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「小红书智能运营台」是一款面向小红书创作者、运营人员和自媒体从业者的</a:t>
            </a:r>
          </a:p>
          <a:p>
            <a:pPr algn="l">
              <a:spcAft>
                <a:spcPts val="960"/>
              </a:spcAft>
              <a:defRPr sz="2000" b="1">
                <a:solidFill>
                  <a:srgbClr val="FF2E63"/>
                </a:solidFill>
                <a:latin typeface="微软雅黑"/>
              </a:defRPr>
            </a:pPr>
            <a:r>
              <a:t>  AI 驱动的一站式内容创作与运营管理平台。</a:t>
            </a:r>
          </a:p>
          <a:p>
            <a:pPr algn="l">
              <a:spcAft>
                <a:spcPts val="96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960"/>
              </a:spcAft>
              <a:defRPr sz="1700" b="0">
                <a:solidFill>
                  <a:srgbClr val="BBBBBB"/>
                </a:solidFill>
                <a:latin typeface="微软雅黑"/>
              </a:defRPr>
            </a:pPr>
            <a:r>
              <a:t>它利用 Google Gemini AI 大模型，结合小红书平台特点和热门趋势，帮助用户快速生成</a:t>
            </a:r>
          </a:p>
          <a:p>
            <a:pPr algn="l">
              <a:spcAft>
                <a:spcPts val="960"/>
              </a:spcAft>
              <a:defRPr sz="1700" b="0">
                <a:solidFill>
                  <a:srgbClr val="BBBBBB"/>
                </a:solidFill>
                <a:latin typeface="微软雅黑"/>
              </a:defRPr>
            </a:pPr>
            <a:r>
              <a:t>高质量、多风格的种草笔记，并提供从内容策划到数据分析的全链路管理。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17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E63"/>
                </a:solidFill>
                <a:latin typeface="微软雅黑"/>
              </a:defRPr>
            </a:pPr>
            <a:r>
              <a:t>效率提升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77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用 AI 替代繁琐的选题、写作流程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内容生成速度提升 10 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3891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617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多元技能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577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覆盖 7 大赛道技能模板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一个平台管理多个账号定位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3891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617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69BFF"/>
                </a:solidFill>
                <a:latin typeface="微软雅黑"/>
              </a:defRPr>
            </a:pPr>
            <a:r>
              <a:t>数据驱动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577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搜索分析 + A/B 测试 + 看板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用数据指导每一篇内容决策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⚡ 核心功能总览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E63"/>
                </a:solidFill>
                <a:latin typeface="微软雅黑"/>
              </a:defRPr>
            </a:pPr>
            <a:r>
              <a:t>AI 内容生成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Gemini AI 一键生成完整笔记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标题 / 正文 / 标签全自动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支持参考笔记学习热门风格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69BFF"/>
                </a:solidFill>
                <a:latin typeface="微软雅黑"/>
              </a:defRPr>
            </a:pPr>
            <a:r>
              <a:t>搜索分析引擎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651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Google + 百度双引擎搜索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自动分析小红书热门内容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提炼爆款规律和趋势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微软雅黑"/>
              </a:defRPr>
            </a:pPr>
            <a:r>
              <a:t>A/B 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651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同主题生成多版本标题/内容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对比选出最优方案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数据化提升点击率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AI 配图生成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Gemini 图像生成能力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自动生成笔记封面/内容图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省去寻找配图的时间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2062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4434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数据看板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53949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收入追踪与趋势分析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笔记发布统计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可视化图表一目了然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2062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9" y="4434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🏷️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500"/>
                </a:solidFill>
                <a:latin typeface="微软雅黑"/>
              </a:defRPr>
            </a:pPr>
            <a:r>
              <a:t>品牌定位分析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53949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AI 分析账号品牌定位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竞品对标 &amp; 差异化建议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输出可执行的运营策略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🎭 7 大技能模板 — 覆盖热门赛道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/>
              </a:defRPr>
            </a:pPr>
            <a:r>
              <a:t>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9B4"/>
                </a:solidFill>
                <a:latin typeface="微软雅黑"/>
              </a:defRPr>
            </a:pPr>
            <a:r>
              <a:t>情感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情感故事/恋爱心理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治愈系/成长感悟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/>
              </a:defRPr>
            </a:pPr>
            <a:r>
              <a:t>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微软雅黑"/>
              </a:defRPr>
            </a:pPr>
            <a:r>
              <a:t>美食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探店/食谱/测评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美食攻略/种草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/>
              </a:defRPr>
            </a:pPr>
            <a:r>
              <a:t>✈️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69BFF"/>
                </a:solidFill>
                <a:latin typeface="微软雅黑"/>
              </a:defRPr>
            </a:pPr>
            <a:r>
              <a:t>旅行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旅行攻略/打卡分享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小众景点/行程规划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/>
              </a:defRPr>
            </a:pPr>
            <a:r>
              <a:t>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微软雅黑"/>
              </a:defRPr>
            </a:pPr>
            <a:r>
              <a:t>健身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健身教程/饮食计划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身材对比/运动打卡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84048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023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/>
              </a:defRPr>
            </a:pPr>
            <a:r>
              <a:t>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CFF"/>
                </a:solidFill>
                <a:latin typeface="微软雅黑"/>
              </a:defRPr>
            </a:pPr>
            <a:r>
              <a:t>穿搭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7548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OOTD/风格搭配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季节穿搭/好物推荐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84048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023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/>
              </a:defRPr>
            </a:pPr>
            <a: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69BFF"/>
                </a:solidFill>
                <a:latin typeface="微软雅黑"/>
              </a:defRPr>
            </a:pPr>
            <a:r>
              <a:t>科技数码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7548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数码测评/好物开箱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使用技巧/对比分析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84048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59" y="4023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/>
              </a:defRPr>
            </a:pPr>
            <a:r>
              <a:t>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2E63"/>
                </a:solidFill>
                <a:latin typeface="微软雅黑"/>
              </a:defRPr>
            </a:pPr>
            <a:r>
              <a:t>电商带货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59" y="47548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美妆/家居/母婴/数码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零食/服饰/个护/白菜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每个技能内置独立的内容模板、分类体系和AI提示词，确保生成内容贴合赛道特点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🔄 AI 内容生成工作流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2E63"/>
                </a:solidFill>
                <a:latin typeface="微软雅黑"/>
              </a:defRPr>
            </a:pPr>
            <a:r>
              <a:t>① 输入主题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用户输入关键词</a:t>
            </a:r>
          </a:p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如"秋冬护肤"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5555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69BFF"/>
                </a:solidFill>
                <a:latin typeface="微软雅黑"/>
              </a:defRPr>
            </a:pPr>
            <a:r>
              <a:t>② 搜索分析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Google + 百度双引擎</a:t>
            </a:r>
          </a:p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分析小红书热门内容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5555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③ AI 创作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Gemini AI 生成</a:t>
            </a:r>
          </a:p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标题 + 正文 + 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5555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微软雅黑"/>
              </a:defRPr>
            </a:pPr>
            <a:r>
              <a:t>④ 配图生成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AI 自动生成</a:t>
            </a:r>
          </a:p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匹配内容的精美配图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5555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⑤ 优化发布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A/B 测试对比</a:t>
            </a:r>
          </a:p>
          <a:p>
            <a:pPr algn="ctr">
              <a:spcAft>
                <a:spcPts val="84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SEO 优化后发布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10515600" cy="2011680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📌 独特亮点：参考笔记 + 双搜索引擎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500" b="0">
                <a:solidFill>
                  <a:srgbClr val="BBBBBB"/>
                </a:solidFill>
                <a:latin typeface="微软雅黑"/>
              </a:defRPr>
            </a:pPr>
            <a:r>
              <a:t>▸ 用户可粘贴真实爆款笔记作为参考，AI 会学习其风格和结构进行创作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BB"/>
                </a:solidFill>
                <a:latin typeface="微软雅黑"/>
              </a:defRPr>
            </a:pPr>
            <a:r>
              <a:t>▸ Google + 百度双搜索引擎采集 site:xiaohongshu.com 实时热门内容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BB"/>
                </a:solidFill>
                <a:latin typeface="微软雅黑"/>
              </a:defRPr>
            </a:pPr>
            <a:r>
              <a:t>▸ 三层信息叠加：搜索趋势 + 参考笔记 + 用户需求 = 高质量输出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👥 适合谁用？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2E63"/>
                </a:solidFill>
                <a:latin typeface="微软雅黑"/>
              </a:defRPr>
            </a:pPr>
            <a:r>
              <a:t>小红书博主 / KOL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需要持续产出高质量内容的创作者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每天更新多篇笔记，需要效率工具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内容创作效率提升 10x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17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多赛道切换零成本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A/B 测试提升爆文率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69BFF"/>
                </a:solidFill>
                <a:latin typeface="微软雅黑"/>
              </a:defRPr>
            </a:pPr>
            <a:r>
              <a:t>品牌运营 / MCN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011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管理多个账号的运营团队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需要标准化内容生产流程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品牌定位一键分析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017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多技能模板统一管理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SEO 优化自动完成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微软雅黑"/>
              </a:defRPr>
            </a:pPr>
            <a:r>
              <a:t>个体商家 / 电商卖家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63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想在小红书做种草营销的商家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没有专业写手但需要内容推广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电商带货专属模板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6692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零写作基础也能出稿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989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配图自动生成省时省力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06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  <a:latin typeface="微软雅黑"/>
              </a:defRPr>
            </a:pPr>
            <a:r>
              <a:t>自媒体新手 / 副业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63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刚入行的新人或想做副业的人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BBBBBB"/>
                </a:solidFill>
                <a:latin typeface="微软雅黑"/>
              </a:defRPr>
            </a:pPr>
            <a:r>
              <a:t>不懂平台调性和写作技巧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爆款分析快速学习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6692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参考笔记模仿学习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989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✓ 每日 3 次免费 AI 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💡 典型使用场景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2E63"/>
                </a:solidFill>
                <a:latin typeface="微软雅黑"/>
              </a:defRPr>
            </a:pPr>
            <a:r>
              <a:t>场景 1：日常内容更新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79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早起选题 → 输入关键词 → AI 一键生成 3 篇备选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挑选最佳版本 → 修改润色 → 发布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FFD700"/>
                </a:solidFill>
                <a:latin typeface="微软雅黑"/>
              </a:defRPr>
            </a:pPr>
            <a:r>
              <a:t>⏱ 原来 2 小时的工作，现在 15 分钟搞定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69BFF"/>
                </a:solidFill>
                <a:latin typeface="微软雅黑"/>
              </a:defRPr>
            </a:pPr>
            <a:r>
              <a:t>场景 2：爆款内容复刻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79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看到竞品爆文 → 粘贴到「参考笔记」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AI 分析爆款结构 → 生成同风格差异化内容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FFD700"/>
                </a:solidFill>
                <a:latin typeface="微软雅黑"/>
              </a:defRPr>
            </a:pPr>
            <a:r>
              <a:t>⏱ 站在巨人肩膀上，快速产出互动率高的笔记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CC71"/>
                </a:solidFill>
                <a:latin typeface="微软雅黑"/>
              </a:defRPr>
            </a:pPr>
            <a:r>
              <a:t>场景 3：电商新品种草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79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切换「电商带货」技能 → 选择品类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输入产品卖点 → AI 生成种草文案 + 配图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FFD700"/>
                </a:solidFill>
                <a:latin typeface="微软雅黑"/>
              </a:defRPr>
            </a:pPr>
            <a:r>
              <a:t>⏱ 1 个产品 5 分钟出一篇专业种草笔记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85CFF"/>
                </a:solidFill>
                <a:latin typeface="微软雅黑"/>
              </a:defRPr>
            </a:pPr>
            <a:r>
              <a:t>场景 4：品牌矩阵运营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79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品牌定位分析 → 确定差异化方向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7 大技能切换管理不同定位账号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FFD700"/>
                </a:solidFill>
                <a:latin typeface="微软雅黑"/>
              </a:defRPr>
            </a:pPr>
            <a:r>
              <a:t>⏱ 一个人管理多个账号也能游刃有余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💰 灵活的积分计费体系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微软雅黑"/>
              </a:defRPr>
            </a:pPr>
            <a:r>
              <a:t>🎁 免费额度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每日 3 次免费 AI 调用，零成本体验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支持兑换码充值积分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5029200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2E63"/>
                </a:solidFill>
                <a:latin typeface="微软雅黑"/>
              </a:defRPr>
            </a:pPr>
            <a:r>
              <a:t>📋 功能积分价目表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内容搜索分析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369BFF"/>
                </a:solidFill>
                <a:latin typeface="微软雅黑"/>
              </a:defRPr>
            </a:pPr>
            <a:r>
              <a:t>2 积分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514600"/>
            <a:ext cx="4572000" cy="9144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AI 内容创作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A85CFF"/>
                </a:solidFill>
                <a:latin typeface="微软雅黑"/>
              </a:defRPr>
            </a:pPr>
            <a:r>
              <a:t>2 积分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017520"/>
            <a:ext cx="4572000" cy="9144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图片生成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ECC71"/>
                </a:solidFill>
                <a:latin typeface="微软雅黑"/>
              </a:defRPr>
            </a:pPr>
            <a:r>
              <a:t>3 积分/张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520440"/>
            <a:ext cx="4572000" cy="9144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标题优化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BBBBBB"/>
                </a:solidFill>
                <a:latin typeface="微软雅黑"/>
              </a:defRPr>
            </a:pPr>
            <a:r>
              <a:t>1 积分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23360"/>
            <a:ext cx="4572000" cy="9144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内容改写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BBBBBB"/>
                </a:solidFill>
                <a:latin typeface="微软雅黑"/>
              </a:defRPr>
            </a:pPr>
            <a:r>
              <a:t>1 积分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526280"/>
            <a:ext cx="4572000" cy="9144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A/B 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D700"/>
                </a:solidFill>
                <a:latin typeface="微软雅黑"/>
              </a:defRPr>
            </a:pPr>
            <a:r>
              <a:t>2 积分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029200"/>
            <a:ext cx="4572000" cy="9144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品牌定位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8500"/>
                </a:solidFill>
                <a:latin typeface="微软雅黑"/>
              </a:defRPr>
            </a:pPr>
            <a:r>
              <a:t>2 积分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532120"/>
            <a:ext cx="4572000" cy="9144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SEO 标签生成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369BFF"/>
                </a:solidFill>
                <a:latin typeface="微软雅黑"/>
              </a:defRPr>
            </a:pPr>
            <a:r>
              <a:t>1 积分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10896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微软雅黑"/>
              </a:defRPr>
            </a:pPr>
            <a:r>
              <a:t>📝 一键生成费用说明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一键生成 = 搜索分析(2) + 内容创作(2)</a:t>
            </a:r>
          </a:p>
          <a:p>
            <a:pPr algn="l">
              <a:spcAft>
                <a:spcPts val="960"/>
              </a:spcAft>
              <a:defRPr sz="1500" b="1">
                <a:solidFill>
                  <a:srgbClr val="FFD700"/>
                </a:solidFill>
                <a:latin typeface="微软雅黑"/>
              </a:defRPr>
            </a:pPr>
            <a:r>
              <a:t>≈ 4 积分/篇（不含配图）</a:t>
            </a:r>
          </a:p>
          <a:p>
            <a:pPr algn="l">
              <a:spcAft>
                <a:spcPts val="960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含配图：额外 +3 积分/张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微软雅黑"/>
              </a:defRPr>
            </a:pPr>
            <a:r>
              <a:t>🔒 安全保障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852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400" b="0">
                <a:solidFill>
                  <a:srgbClr val="BBBBBB"/>
                </a:solidFill>
                <a:latin typeface="微软雅黑"/>
              </a:defRPr>
            </a:pPr>
            <a:r>
              <a:t>手机号实名注册 · 数据加密存储 · 多端同步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🛠️ 技术优势 &amp; 产品亮点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54864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E63"/>
                </a:solidFill>
                <a:latin typeface="微软雅黑"/>
              </a:defRPr>
            </a:pPr>
            <a:r>
              <a:t>Gemini 2.5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采用 Google 最新 Gemini 2.5 Flash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Thinking 模型，推理更深更准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69BFF"/>
                </a:solidFill>
                <a:latin typeface="微软雅黑"/>
              </a:defRPr>
            </a:pPr>
            <a:r>
              <a:t>Web 端即用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5603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纯浏览器 SPA 应用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无需安装，随时随地使用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微软雅黑"/>
              </a:defRPr>
            </a:pPr>
            <a:r>
              <a:t>实时热点追踪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5603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Google + 百度双搜索引擎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实时分析小红书趋势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AI 图文一体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文案 + 配图同步生成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告别找图烦恼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1148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4343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手机号注册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5303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一键注册，安全可靠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手机号唯一，防止滥用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1148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9" y="4343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☁️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500"/>
                </a:solidFill>
                <a:latin typeface="微软雅黑"/>
              </a:defRPr>
            </a:pPr>
            <a:r>
              <a:t>云端部署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5303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Render 云平台自动部署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BBBBBB"/>
                </a:solidFill>
                <a:latin typeface="微软雅黑"/>
              </a:defRPr>
            </a:pPr>
            <a:r>
              <a:t>数据安全，永不丢失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FF2E6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📝 小红书智能运营台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6B6B"/>
                </a:solidFill>
                <a:latin typeface="微软雅黑"/>
              </a:defRPr>
            </a:pPr>
            <a:r>
              <a:t>让每一篇笔记都有爆款潜力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0175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2E63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微软雅黑"/>
              </a:defRPr>
            </a:pPr>
            <a:r>
              <a:t>技能模板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0175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69BFF"/>
                </a:solidFill>
                <a:latin typeface="微软雅黑"/>
              </a:defRPr>
            </a:pPr>
            <a:r>
              <a:t>8+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微软雅黑"/>
              </a:defRPr>
            </a:pPr>
            <a:r>
              <a:t>细分品类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0175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ECC71"/>
                </a:solidFill>
                <a:latin typeface="微软雅黑"/>
              </a:defRPr>
            </a:pPr>
            <a:r>
              <a:t>10x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微软雅黑"/>
              </a:defRPr>
            </a:pPr>
            <a:r>
              <a:t>效率提升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30175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D700"/>
                </a:solidFill>
                <a:latin typeface="微软雅黑"/>
              </a:defRPr>
            </a:pPr>
            <a:r>
              <a:t>3次/日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微软雅黑"/>
              </a:defRPr>
            </a:pPr>
            <a:r>
              <a:t>免费额度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846320"/>
            <a:ext cx="5760720" cy="822960"/>
          </a:xfrm>
          <a:prstGeom prst="roundRect">
            <a:avLst>
              <a:gd name="adj" fmla="val 15000"/>
            </a:avLst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8920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🚀 立即体验：xhs-gemini-proxy.onrender.com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微软雅黑"/>
              </a:defRPr>
            </a:pPr>
            <a:r>
              <a:t>注册即送免费体验  ·  手机号一键注册  ·  数据安全存储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